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3" Type="http://schemas.openxmlformats.org/officeDocument/2006/relationships/viewProps" Target="viewProps.xml" /><Relationship Id="rId1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5" Type="http://schemas.openxmlformats.org/officeDocument/2006/relationships/tableStyles" Target="tableStyles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VVD Vintage Curves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Campaign Inventory &amp; Dashboard Requirements</a:t>
            </a:r>
            <a:br/>
            <a:br/>
            <a:r>
              <a:rPr/>
              <a:t>Marketing Analytics Team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January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Campaign Inventory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197100"/>
                <a:gridCol w="1511300"/>
                <a:gridCol w="825500"/>
                <a:gridCol w="1092200"/>
                <a:gridCol w="1231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Campaign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Primary 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Secondary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Window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Cohorts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VCN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Acquisition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Usage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Batch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 days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Monthly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VDA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Acquisition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Activation, Usage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Batch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90 days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Seasonal (2x/yr)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VDT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Activation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Trigger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 days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Weekly → Monthly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VUI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Usage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Trigger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 days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Trigger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VUT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Tokenization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Usage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Trigger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 days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Trigger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Tokenization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Usage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Batch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90 days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Batch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Total: 6 campaigns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Dashboard - Always Visible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These elements are always displayed: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Element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Description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Test vs Control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Both curves shown side-by-side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Primary Success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Default metric view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Lift Calculation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Difference between Test and Control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Test vs Control is NOT a dropdown - always visible for comparison.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Dashboard - Toggleable Options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Description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Campaign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Dropdown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VCN, VDA, VDT, VUI, VUT, VAW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Metric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Toggle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Primary / Secondary success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Cohort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Dropdown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Select deployment wave (or All)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Segment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Dropdown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Filter by RPT_GRP_CD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Channel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Dropdown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Filter by channel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Metric Types (Reusable Logic)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Metric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Definition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Used By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Acquisition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Card Issued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VCN, VDA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Activation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Card Activated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VDA, VDT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Usage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Purchase Made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VCN, VDA, VUI, VUT, VAW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Tokenization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Added to Wallet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VUT, VAW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Same calculation logic reused across campaigns.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Questions for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Which campaigns have segment breakdowns?</a:t>
            </a:r>
          </a:p>
          <a:p>
            <a:pPr lvl="0" indent="-342900" marL="342900">
              <a:buAutoNum type="arabicPeriod"/>
            </a:pPr>
            <a:r>
              <a:rPr/>
              <a:t>Confirm weekly → monthly grouping for VDT</a:t>
            </a:r>
          </a:p>
          <a:p>
            <a:pPr lvl="0" indent="-342900" marL="342900">
              <a:buAutoNum type="arabicPeriod"/>
            </a:pPr>
            <a:r>
              <a:rPr/>
              <a:t>Are 30/90 day windows correct?</a:t>
            </a:r>
          </a:p>
          <a:p>
            <a:pPr lvl="0" indent="-342900" marL="342900">
              <a:buAutoNum type="arabicPeriod"/>
            </a:pPr>
            <a:r>
              <a:rPr/>
              <a:t>Confirm data access for all tables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Next Steps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Confirm campaign definitions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Identify segmentation requirements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Build calculation logic for each metric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Create dashboard prototype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VVD Vintage Curves</dc:title>
  <dc:creator>Marketing Analytics Team</dc:creator>
  <cp:keywords/>
  <dcterms:created xsi:type="dcterms:W3CDTF">2026-01-20T20:41:43Z</dcterms:created>
  <dcterms:modified xsi:type="dcterms:W3CDTF">2026-01-20T20:41:43Z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January 2026</vt:lpwstr>
  </property>
  <property fmtid="{D5CDD505-2E9C-101B-9397-08002B2CF9AE}" pid="3" name="subtitle">
    <vt:lpwstr>Campaign Inventory &amp; Dashboard Requirements</vt:lpwstr>
  </property>
</Properties>
</file>